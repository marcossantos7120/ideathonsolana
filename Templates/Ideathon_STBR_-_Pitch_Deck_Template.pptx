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428625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46659" y="681865"/>
            <a:ext cx="5450681" cy="2922491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1A202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96716" y="1514810"/>
            <a:ext cx="4550569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145" b="1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IDEATHON STBR</a:t>
            </a:r>
            <a:endParaRPr lang="en-US" sz="4145" dirty="0"/>
          </a:p>
        </p:txBody>
      </p:sp>
      <p:sp>
        <p:nvSpPr>
          <p:cNvPr id="5" name="Text 2"/>
          <p:cNvSpPr/>
          <p:nvPr/>
        </p:nvSpPr>
        <p:spPr>
          <a:xfrm>
            <a:off x="2296716" y="2229185"/>
            <a:ext cx="4550569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spc="2" kern="0" dirty="0">
                <a:solidFill>
                  <a:srgbClr val="D69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Sua Ideia, o Primeiro Passo</a:t>
            </a:r>
            <a:endParaRPr lang="en-US" sz="1704" dirty="0"/>
          </a:p>
        </p:txBody>
      </p:sp>
      <p:sp>
        <p:nvSpPr>
          <p:cNvPr id="6" name="Text 3"/>
          <p:cNvSpPr/>
          <p:nvPr/>
        </p:nvSpPr>
        <p:spPr>
          <a:xfrm>
            <a:off x="2296716" y="2963205"/>
            <a:ext cx="125730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SUPERTEAM BRASIL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5589984" y="2963205"/>
            <a:ext cx="125730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SOLANA ECOSYSTEM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5763" y="599210"/>
            <a:ext cx="2200275" cy="47327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01. O PROBLEMA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550069" y="1308227"/>
            <a:ext cx="3843338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D69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Qual dor você está endereçando?</a:t>
            </a:r>
            <a:endParaRPr lang="en-US" sz="1486" dirty="0"/>
          </a:p>
        </p:txBody>
      </p:sp>
      <p:sp>
        <p:nvSpPr>
          <p:cNvPr id="5" name="Text 2"/>
          <p:cNvSpPr/>
          <p:nvPr/>
        </p:nvSpPr>
        <p:spPr>
          <a:xfrm>
            <a:off x="550069" y="1635054"/>
            <a:ext cx="38433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Identifique a necessidade ou lacuna no mercado e diga </a:t>
            </a:r>
            <a:r>
              <a:rPr lang="en-US" sz="105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quem sofre com ela. </a:t>
            </a:r>
            <a:r>
              <a:rPr lang="en-US" sz="987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quem é esse problema?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864894" y="1308227"/>
            <a:ext cx="384333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CONTEXTO IDEATHON STBR</a:t>
            </a:r>
            <a:endParaRPr lang="en-US" sz="1269" dirty="0"/>
          </a:p>
        </p:txBody>
      </p:sp>
      <p:sp>
        <p:nvSpPr>
          <p:cNvPr id="7" name="Text 4"/>
          <p:cNvSpPr/>
          <p:nvPr/>
        </p:nvSpPr>
        <p:spPr>
          <a:xfrm>
            <a:off x="4864894" y="1597549"/>
            <a:ext cx="384333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Focamos na </a:t>
            </a:r>
            <a:r>
              <a:rPr lang="en-US" sz="987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qualidade e potencial da ideia</a:t>
            </a:r>
            <a:r>
              <a:rPr lang="en-US" sz="105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Aqui não </a:t>
            </a:r>
            <a:r>
              <a:rPr lang="en-US" sz="105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exigimos código funcional, MVP nem equipe formada — </a:t>
            </a:r>
            <a:r>
              <a:rPr lang="en-US" sz="105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priorizamos a proposta.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686550" y="2661968"/>
            <a:ext cx="218598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IDEATHON STBR // PITCH DECK TEMPLATE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570635"/>
            <a:ext cx="2043113" cy="47327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02. A SOLUÇÃO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500063" y="1258221"/>
            <a:ext cx="8143875" cy="1319808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1A202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5813" y="1472533"/>
            <a:ext cx="757237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38B2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Como sua ideia resolve o problema?</a:t>
            </a:r>
            <a:endParaRPr lang="en-US" sz="1704" dirty="0"/>
          </a:p>
        </p:txBody>
      </p:sp>
      <p:sp>
        <p:nvSpPr>
          <p:cNvPr id="6" name="Text 3"/>
          <p:cNvSpPr/>
          <p:nvPr/>
        </p:nvSpPr>
        <p:spPr>
          <a:xfrm>
            <a:off x="785813" y="1920804"/>
            <a:ext cx="757237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9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Descreva sua proposta de valor de forma clara e direta.</a:t>
            </a:r>
            <a:r>
              <a:rPr lang="en-US" sz="1159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159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Explique o mecanismo principal da sua ideia e como ela transforma a realidade do usuário.</a:t>
            </a:r>
            <a:endParaRPr lang="en-US" sz="1159" dirty="0"/>
          </a:p>
        </p:txBody>
      </p:sp>
      <p:sp>
        <p:nvSpPr>
          <p:cNvPr id="7" name="Text 4"/>
          <p:cNvSpPr/>
          <p:nvPr/>
        </p:nvSpPr>
        <p:spPr>
          <a:xfrm>
            <a:off x="657225" y="2778054"/>
            <a:ext cx="2305031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69E2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BENEFÍCIO 01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657225" y="3083449"/>
            <a:ext cx="230503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o principal ganho imediato para o usuário ao utilizar sua solução?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3419456" y="2778054"/>
            <a:ext cx="230505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69E2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BENEFÍCIO 02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3419456" y="3083449"/>
            <a:ext cx="230505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sua ideia otimiza processos ou reduz custos/tempo?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6181716" y="2778054"/>
            <a:ext cx="2305031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D69E2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BENEFÍCIO 03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6181716" y="3083449"/>
            <a:ext cx="230503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o impacto de longo prazo ou diferencial na experiência do usuário?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6457950" y="4780955"/>
            <a:ext cx="218598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IDEATHON STBR // PITCH DECK TEMPLATE</a:t>
            </a:r>
            <a:endParaRPr lang="en-US" sz="72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570635"/>
            <a:ext cx="2828925" cy="47327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03. FIT COM SOLANA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500063" y="1258221"/>
            <a:ext cx="8143875" cy="1226939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D69E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5813" y="1436815"/>
            <a:ext cx="757237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POR QUE SOLANA?</a:t>
            </a:r>
            <a:endParaRPr lang="en-US" sz="1486" dirty="0"/>
          </a:p>
        </p:txBody>
      </p:sp>
      <p:sp>
        <p:nvSpPr>
          <p:cNvPr id="6" name="Text 3"/>
          <p:cNvSpPr/>
          <p:nvPr/>
        </p:nvSpPr>
        <p:spPr>
          <a:xfrm>
            <a:off x="785813" y="1835079"/>
            <a:ext cx="75723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Justifique a escolha estratégica da rede. Como as capacidades únicas da Solana (paralelização, taxas baixas, ecossistema vibrante) tornam sua ideia possível ou superior?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00088" y="2820916"/>
            <a:ext cx="2195503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2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VELOCIDADE &amp; UX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700088" y="3147743"/>
            <a:ext cx="2195503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a alta taxa de transferência (TPS) e a finalização rápida da Solana impactam a experiência do seu usuário final?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3474234" y="2820916"/>
            <a:ext cx="2195503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2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CUSTO-BENEFÍCIO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3474234" y="3147743"/>
            <a:ext cx="2195503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as taxas de transação quase nulas são essenciais para a viabilidade do seu modelo de negócio ou adoção em massa?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6248381" y="2820916"/>
            <a:ext cx="219553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2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ESCALABILIDADE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6248381" y="3147743"/>
            <a:ext cx="2195531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a arquitetura da Solana permite que sua ideia cresça para milhões de usuários sem comprometer a performance?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6457950" y="4780955"/>
            <a:ext cx="218598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IDEATHON STBR // PITCH DECK TEMPLATE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4338" y="570635"/>
            <a:ext cx="1728788" cy="47327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04. MERCADO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578644" y="1322515"/>
            <a:ext cx="358412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D69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QUEM SÃO OS USUÁRIOS-ALVO?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578644" y="1626124"/>
            <a:ext cx="113755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Segmento A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578644" y="1852575"/>
            <a:ext cx="8554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Defina o perfil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578644" y="2032592"/>
            <a:ext cx="7875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principal que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8644" y="2212609"/>
            <a:ext cx="7250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sofre com o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78644" y="2392626"/>
            <a:ext cx="9018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problema hoje.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1801927" y="1626124"/>
            <a:ext cx="113755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Segmento B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1801927" y="1852575"/>
            <a:ext cx="4482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1801927" y="2032592"/>
            <a:ext cx="8661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secundário ou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1801927" y="2212609"/>
            <a:ext cx="103763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adjacente que se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1801927" y="2392626"/>
            <a:ext cx="7447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beneficia da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1801927" y="2572643"/>
            <a:ext cx="5125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solução.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3025211" y="1626124"/>
            <a:ext cx="113755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Geografia/Nicho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3025211" y="1852575"/>
            <a:ext cx="71794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Onde esses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3025211" y="2032592"/>
            <a:ext cx="9536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usuários estão?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3025211" y="2212609"/>
            <a:ext cx="7590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o nicho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3025211" y="2392626"/>
            <a:ext cx="69473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específico?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4605682" y="1293940"/>
            <a:ext cx="401682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TAM (Total Addressable Market)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4605682" y="1520754"/>
            <a:ext cx="401682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$ 0.0 B</a:t>
            </a:r>
            <a:endParaRPr lang="en-US" sz="1704" dirty="0"/>
          </a:p>
        </p:txBody>
      </p:sp>
      <p:sp>
        <p:nvSpPr>
          <p:cNvPr id="23" name="Text 20"/>
          <p:cNvSpPr/>
          <p:nvPr/>
        </p:nvSpPr>
        <p:spPr>
          <a:xfrm>
            <a:off x="4605682" y="2006891"/>
            <a:ext cx="401682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tamanho total do mercado global para este tipo de solução.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4605682" y="2465515"/>
            <a:ext cx="401682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SAM (Serviceable Addressable Market)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4605682" y="2692329"/>
            <a:ext cx="401682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$ 0.0 M</a:t>
            </a:r>
            <a:endParaRPr lang="en-US" sz="1704" dirty="0"/>
          </a:p>
        </p:txBody>
      </p:sp>
      <p:sp>
        <p:nvSpPr>
          <p:cNvPr id="26" name="Text 23"/>
          <p:cNvSpPr/>
          <p:nvPr/>
        </p:nvSpPr>
        <p:spPr>
          <a:xfrm>
            <a:off x="4605682" y="3178466"/>
            <a:ext cx="401682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parcela do mercado que você consegue alcançar com seu modelo.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4605682" y="3637090"/>
            <a:ext cx="401682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SOM (Serviceable Obtainable Market)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4605682" y="3863904"/>
            <a:ext cx="401682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$ 0.0 M</a:t>
            </a:r>
            <a:endParaRPr lang="en-US" sz="1704" dirty="0"/>
          </a:p>
        </p:txBody>
      </p:sp>
      <p:sp>
        <p:nvSpPr>
          <p:cNvPr id="29" name="Text 26"/>
          <p:cNvSpPr/>
          <p:nvPr/>
        </p:nvSpPr>
        <p:spPr>
          <a:xfrm>
            <a:off x="4605682" y="4350041"/>
            <a:ext cx="401682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27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mercado que você planeja capturar nos primeiros 1-2 anos.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6543675" y="4809530"/>
            <a:ext cx="218598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IDEATHON STBR // PITCH DECK TEMPLATE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570635"/>
            <a:ext cx="3300413" cy="47327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05. MODELO DE NEGÓCIO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71438" y="1415383"/>
            <a:ext cx="9001125" cy="201811"/>
          </a:xfrm>
          <a:prstGeom prst="rect">
            <a:avLst/>
          </a:prstGeom>
          <a:noFill/>
          <a:ln/>
        </p:spPr>
        <p:txBody>
          <a:bodyPr wrap="none" lIns="510286" tIns="0" rIns="510286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Como o projeto gera ou captura valor para o ecossistema e usuários?</a:t>
            </a:r>
            <a:endParaRPr lang="en-US" sz="1159" dirty="0"/>
          </a:p>
        </p:txBody>
      </p:sp>
      <p:sp>
        <p:nvSpPr>
          <p:cNvPr id="5" name="Text 2"/>
          <p:cNvSpPr/>
          <p:nvPr/>
        </p:nvSpPr>
        <p:spPr>
          <a:xfrm>
            <a:off x="700088" y="2102969"/>
            <a:ext cx="2171700" cy="2982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69E2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GERAÇÃO DE VALOR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700088" y="2544096"/>
            <a:ext cx="2171700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o benefício econômico ou funcional para o usuário?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700088" y="3062687"/>
            <a:ext cx="2171700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a solução economiza recursos ou tempo?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700088" y="3581279"/>
            <a:ext cx="2171700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a utilidade real do produto no dia a dia?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700088" y="2544096"/>
            <a:ext cx="7858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8B2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700088" y="3062687"/>
            <a:ext cx="7858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8B2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700088" y="3581279"/>
            <a:ext cx="7858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8B2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3486150" y="2102969"/>
            <a:ext cx="2171700" cy="2982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8B2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CAPTURA DE VALOR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3486150" y="2544096"/>
            <a:ext cx="2171700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Taxas de transação (fees)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3486150" y="2856970"/>
            <a:ext cx="2171700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Modelos de assinatura ou freemium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3486150" y="3375561"/>
            <a:ext cx="2171700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Mecanismos de incentivo on-chain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3486150" y="2544096"/>
            <a:ext cx="7858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8B2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3486150" y="2856970"/>
            <a:ext cx="7858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8B2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3486150" y="3375561"/>
            <a:ext cx="7858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8B2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6272213" y="2102969"/>
            <a:ext cx="2171700" cy="2982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D69E2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ECOSSISTEMA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6272213" y="2544096"/>
            <a:ext cx="2171700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a Solana se beneficia dessa ideia?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6272213" y="3062687"/>
            <a:ext cx="2171700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Aumento de TVL ou volume de transações?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6272213" y="3581279"/>
            <a:ext cx="2171700" cy="41143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Atração de novos usuários para a rede?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6457950" y="4780955"/>
            <a:ext cx="218598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IDEATHON STBR // PITCH DECK TEMPLATE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6272213" y="2544096"/>
            <a:ext cx="7858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8B2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6272213" y="3062687"/>
            <a:ext cx="7858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8B2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885" dirty="0"/>
          </a:p>
        </p:txBody>
      </p:sp>
      <p:sp>
        <p:nvSpPr>
          <p:cNvPr id="26" name="Text 23"/>
          <p:cNvSpPr/>
          <p:nvPr/>
        </p:nvSpPr>
        <p:spPr>
          <a:xfrm>
            <a:off x="6272213" y="3581279"/>
            <a:ext cx="7858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38B2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88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570635"/>
            <a:ext cx="2357438" cy="47327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06. DIFERENCIAL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507206" y="1265365"/>
            <a:ext cx="2438865" cy="557213"/>
          </a:xfrm>
          <a:prstGeom prst="rect">
            <a:avLst/>
          </a:prstGeom>
          <a:solidFill>
            <a:srgbClr val="1A202C">
              <a:alpha val="5000"/>
            </a:srgbClr>
          </a:solidFill>
          <a:ln w="18288">
            <a:solidFill>
              <a:srgbClr val="1A202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7206" y="1265365"/>
            <a:ext cx="2438865" cy="557213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FUNCIONALIDADE / ATRIBUTO</a:t>
            </a:r>
            <a:endParaRPr lang="en-US" sz="885" dirty="0"/>
          </a:p>
        </p:txBody>
      </p:sp>
      <p:sp>
        <p:nvSpPr>
          <p:cNvPr id="6" name="Shape 3"/>
          <p:cNvSpPr/>
          <p:nvPr/>
        </p:nvSpPr>
        <p:spPr>
          <a:xfrm>
            <a:off x="2946071" y="1265365"/>
            <a:ext cx="2845333" cy="557213"/>
          </a:xfrm>
          <a:prstGeom prst="rect">
            <a:avLst/>
          </a:prstGeom>
          <a:solidFill>
            <a:srgbClr val="1A202C">
              <a:alpha val="5000"/>
            </a:srgbClr>
          </a:solidFill>
          <a:ln w="18288">
            <a:solidFill>
              <a:srgbClr val="1A202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46071" y="1265365"/>
            <a:ext cx="2845333" cy="557213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71809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SOLUÇÕES ATUAIS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5791405" y="1265365"/>
            <a:ext cx="2845389" cy="557213"/>
          </a:xfrm>
          <a:prstGeom prst="rect">
            <a:avLst/>
          </a:prstGeom>
          <a:solidFill>
            <a:srgbClr val="1A202C">
              <a:alpha val="5000"/>
            </a:srgbClr>
          </a:solidFill>
          <a:ln w="18288">
            <a:solidFill>
              <a:srgbClr val="1A20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91405" y="1265365"/>
            <a:ext cx="2845389" cy="557213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8B2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SUA IDEIA (SOLANA)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507206" y="1808290"/>
            <a:ext cx="2438865" cy="557213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Velocidade / Custo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2946071" y="1808290"/>
            <a:ext cx="2845333" cy="557213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Lento e taxas elevadas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5791405" y="1808290"/>
            <a:ext cx="2845389" cy="557213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Instantâneo e custo quase zero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507206" y="2365502"/>
            <a:ext cx="2438865" cy="557213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Acessibilidade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2946071" y="2365502"/>
            <a:ext cx="2845333" cy="557213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Barreiras técnicas complexas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5791405" y="2365502"/>
            <a:ext cx="2845389" cy="557213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intuitiva e direta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507206" y="2922715"/>
            <a:ext cx="2438865" cy="557213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Inovação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2946071" y="2922715"/>
            <a:ext cx="2845333" cy="557213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Modelos tradicionais/legados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5791405" y="2922715"/>
            <a:ext cx="2845389" cy="557213"/>
          </a:xfrm>
          <a:prstGeom prst="rect">
            <a:avLst/>
          </a:prstGeom>
          <a:noFill/>
          <a:ln/>
        </p:spPr>
        <p:txBody>
          <a:bodyPr wrap="square" lIns="170053" tIns="127508" rIns="170053" bIns="8509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nativo de Web3 e Solana</a:t>
            </a:r>
            <a:endParaRPr lang="en-US" sz="834" dirty="0"/>
          </a:p>
        </p:txBody>
      </p:sp>
      <p:sp>
        <p:nvSpPr>
          <p:cNvPr id="19" name="Shape 16"/>
          <p:cNvSpPr/>
          <p:nvPr/>
        </p:nvSpPr>
        <p:spPr>
          <a:xfrm>
            <a:off x="500063" y="3701383"/>
            <a:ext cx="8143875" cy="1030486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D69E2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4375" y="3844258"/>
            <a:ext cx="7715250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D69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TORNA SUA IDEIA ÚNICA?</a:t>
            </a:r>
            <a:endParaRPr lang="en-US" sz="1159" dirty="0"/>
          </a:p>
        </p:txBody>
      </p:sp>
      <p:sp>
        <p:nvSpPr>
          <p:cNvPr id="21" name="Text 18"/>
          <p:cNvSpPr/>
          <p:nvPr/>
        </p:nvSpPr>
        <p:spPr>
          <a:xfrm>
            <a:off x="714375" y="4174657"/>
            <a:ext cx="77152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Destaque aqui o seu "pulo do gato". Qual é a inovação original que ninguém mais está fazendo? Lembre-se: Inovação &amp; Diferencial valem 40 pontos na avaliação!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6457950" y="4780955"/>
            <a:ext cx="218598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IDEATHON STBR // PITCH DECK TEMPLATE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570635"/>
            <a:ext cx="2986088" cy="47327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07. ROADMAP INICIAL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1300163" y="1758283"/>
            <a:ext cx="328613" cy="328613"/>
          </a:xfrm>
          <a:prstGeom prst="rect">
            <a:avLst/>
          </a:prstGeom>
          <a:solidFill>
            <a:srgbClr val="38B2AC"/>
          </a:solidFill>
          <a:ln w="18288">
            <a:solidFill>
              <a:srgbClr val="1A202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00163" y="1758283"/>
            <a:ext cx="328613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628650" y="2351215"/>
            <a:ext cx="167163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9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IDEAÇÃO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28650" y="2640536"/>
            <a:ext cx="1671638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Refinamento da proposta de valor e pesquisa inicial de mercado.</a:t>
            </a:r>
            <a:endParaRPr lang="en-US" sz="780" dirty="0"/>
          </a:p>
        </p:txBody>
      </p:sp>
      <p:sp>
        <p:nvSpPr>
          <p:cNvPr id="8" name="Shape 5"/>
          <p:cNvSpPr/>
          <p:nvPr/>
        </p:nvSpPr>
        <p:spPr>
          <a:xfrm>
            <a:off x="3371850" y="1758283"/>
            <a:ext cx="328613" cy="328613"/>
          </a:xfrm>
          <a:prstGeom prst="rect">
            <a:avLst/>
          </a:prstGeom>
          <a:solidFill>
            <a:srgbClr val="38B2AC"/>
          </a:solidFill>
          <a:ln w="18288">
            <a:solidFill>
              <a:srgbClr val="1A20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71850" y="1758283"/>
            <a:ext cx="328613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2700338" y="2351215"/>
            <a:ext cx="167163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8B2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VALIDAÇÃO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700338" y="2640536"/>
            <a:ext cx="16716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Entrevistas com usuários e testes de conceito da solução.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5443538" y="1758283"/>
            <a:ext cx="328613" cy="328613"/>
          </a:xfrm>
          <a:prstGeom prst="rect">
            <a:avLst/>
          </a:prstGeom>
          <a:solidFill>
            <a:srgbClr val="38B2AC"/>
          </a:solidFill>
          <a:ln w="18288">
            <a:solidFill>
              <a:srgbClr val="1A202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43538" y="1758283"/>
            <a:ext cx="328613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4772025" y="2351215"/>
            <a:ext cx="167163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9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DESENVOLVIMENTO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72025" y="2640536"/>
            <a:ext cx="16716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Criação do MVP focado nas funcionalidades core em Solana.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7515225" y="1758283"/>
            <a:ext cx="328613" cy="328613"/>
          </a:xfrm>
          <a:prstGeom prst="rect">
            <a:avLst/>
          </a:prstGeom>
          <a:solidFill>
            <a:srgbClr val="38B2AC"/>
          </a:solidFill>
          <a:ln w="18288">
            <a:solidFill>
              <a:srgbClr val="1A202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15225" y="1758283"/>
            <a:ext cx="328613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6843713" y="2351215"/>
            <a:ext cx="167163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69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LANÇAMENTO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843713" y="2640536"/>
            <a:ext cx="16716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80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 fechado e início da tração com a comunidade Solana.</a:t>
            </a:r>
            <a:endParaRPr lang="en-US" sz="780" dirty="0"/>
          </a:p>
        </p:txBody>
      </p:sp>
      <p:sp>
        <p:nvSpPr>
          <p:cNvPr id="20" name="Text 17"/>
          <p:cNvSpPr/>
          <p:nvPr/>
        </p:nvSpPr>
        <p:spPr>
          <a:xfrm>
            <a:off x="6457950" y="4780955"/>
            <a:ext cx="218598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IDEATHON STBR // PITCH DECK TEMPLATE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570635"/>
            <a:ext cx="1257300" cy="47327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08. TIME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664369" y="1422527"/>
            <a:ext cx="160020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NOME SOBRENOME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64369" y="1640411"/>
            <a:ext cx="160020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2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Founder / Builder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664369" y="1895801"/>
            <a:ext cx="1600200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Breve descrição das habilidades e experiência relevante para o projeto.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2736056" y="1422527"/>
            <a:ext cx="160020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NOME SOBRENOME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2736056" y="1640411"/>
            <a:ext cx="160020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2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Designer / UX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2736056" y="1895801"/>
            <a:ext cx="160020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na experiência do usuário e interface da solução proposta.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4807744" y="1422527"/>
            <a:ext cx="160020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NOME SOBRENOME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807744" y="1640411"/>
            <a:ext cx="160020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2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Marketing / Ops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4807744" y="1895801"/>
            <a:ext cx="1600200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Estratégia de mercado, crescimento e operações do projeto.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6879431" y="1422527"/>
            <a:ext cx="160020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NOME SOBRENOME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79431" y="1640411"/>
            <a:ext cx="160020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8B2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Habilidade X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6879431" y="1895801"/>
            <a:ext cx="1600200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Outras competências essenciais que compõem a força da equipe.</a:t>
            </a:r>
            <a:endParaRPr lang="en-US" sz="727" dirty="0"/>
          </a:p>
        </p:txBody>
      </p:sp>
      <p:sp>
        <p:nvSpPr>
          <p:cNvPr id="16" name="Shape 13"/>
          <p:cNvSpPr/>
          <p:nvPr/>
        </p:nvSpPr>
        <p:spPr>
          <a:xfrm>
            <a:off x="500063" y="3301333"/>
            <a:ext cx="8143875" cy="959048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D69E2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4375" y="3444208"/>
            <a:ext cx="7715250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D69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ABERTO A TODOS</a:t>
            </a:r>
            <a:endParaRPr lang="en-US" sz="1159" dirty="0"/>
          </a:p>
        </p:txBody>
      </p:sp>
      <p:sp>
        <p:nvSpPr>
          <p:cNvPr id="18" name="Text 15"/>
          <p:cNvSpPr/>
          <p:nvPr/>
        </p:nvSpPr>
        <p:spPr>
          <a:xfrm>
            <a:off x="714375" y="3760319"/>
            <a:ext cx="7715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Ideathon STBR aceita participações individuais ou em grupo. Não é necessário ter experiência prévia em blockchain. Seja você builder, founder, designer ou entusiasta, sua visão é o que importa aqui.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6457950" y="4780955"/>
            <a:ext cx="218598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IDEATHON STBR // PITCH DECK TEMPLATE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570635"/>
            <a:ext cx="3929063" cy="47327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PRÓXIMOS PASSOS &amp; CONTATO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735806" y="1458246"/>
            <a:ext cx="3457575" cy="267891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D69E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DATAS IMPORTANTES</a:t>
            </a:r>
            <a:endParaRPr lang="en-US" sz="1269" dirty="0"/>
          </a:p>
        </p:txBody>
      </p:sp>
      <p:sp>
        <p:nvSpPr>
          <p:cNvPr id="5" name="Text 2"/>
          <p:cNvSpPr/>
          <p:nvPr/>
        </p:nvSpPr>
        <p:spPr>
          <a:xfrm>
            <a:off x="735806" y="1869011"/>
            <a:ext cx="34575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38B2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23/03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735806" y="2039736"/>
            <a:ext cx="157698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Abertura oficial &amp; Workshops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735806" y="2296185"/>
            <a:ext cx="34575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38B2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27/03 e 01/04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735806" y="2466910"/>
            <a:ext cx="15073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Office Hours (18h–20h BRT)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735806" y="2723359"/>
            <a:ext cx="34575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38B2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04/04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735806" y="2894084"/>
            <a:ext cx="173057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E53E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Deadline de Submissão (23h59)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735806" y="3150533"/>
            <a:ext cx="3457575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38B2A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06/04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735806" y="3321258"/>
            <a:ext cx="135195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Anúncio dos Vencedores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4950619" y="1458246"/>
            <a:ext cx="3457575" cy="267891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38B2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LINKS &amp; SUPORTE</a:t>
            </a:r>
            <a:endParaRPr lang="en-US" sz="1269" dirty="0"/>
          </a:p>
        </p:txBody>
      </p:sp>
      <p:sp>
        <p:nvSpPr>
          <p:cNvPr id="14" name="Text 11"/>
          <p:cNvSpPr/>
          <p:nvPr/>
        </p:nvSpPr>
        <p:spPr>
          <a:xfrm>
            <a:off x="4950619" y="1869011"/>
            <a:ext cx="3457575" cy="1617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Discord:</a:t>
            </a:r>
            <a:r>
              <a:rPr lang="en-US" sz="784" b="1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discord.gg/superteambrasil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4950619" y="2137963"/>
            <a:ext cx="3457575" cy="1617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Telegram:</a:t>
            </a:r>
            <a:r>
              <a:rPr lang="en-US" sz="784" b="1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t.me/superteamBR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4950619" y="2406914"/>
            <a:ext cx="3457575" cy="1617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Twitter/X:</a:t>
            </a:r>
            <a:r>
              <a:rPr lang="en-US" sz="784" b="1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@SuperteamBR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4950619" y="2675865"/>
            <a:ext cx="3457575" cy="1617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Evento:</a:t>
            </a:r>
            <a:r>
              <a:rPr lang="en-US" sz="784" b="1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lu.ma/edf2544w</a:t>
            </a:r>
            <a:endParaRPr lang="en-US" sz="784" dirty="0"/>
          </a:p>
        </p:txBody>
      </p:sp>
      <p:sp>
        <p:nvSpPr>
          <p:cNvPr id="18" name="Shape 15"/>
          <p:cNvSpPr/>
          <p:nvPr/>
        </p:nvSpPr>
        <p:spPr>
          <a:xfrm>
            <a:off x="71438" y="4652367"/>
            <a:ext cx="9001125" cy="41969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71438" y="4652367"/>
            <a:ext cx="9001125" cy="21431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20" name="Text 17"/>
          <p:cNvSpPr/>
          <p:nvPr/>
        </p:nvSpPr>
        <p:spPr>
          <a:xfrm>
            <a:off x="71438" y="4652367"/>
            <a:ext cx="9001125" cy="41969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86" spc="2" kern="0" dirty="0">
                <a:solidFill>
                  <a:srgbClr val="1A20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SUA JORNADA COMEÇA AQUI!</a:t>
            </a:r>
            <a:endParaRPr lang="en-US" sz="1486" dirty="0"/>
          </a:p>
        </p:txBody>
      </p:sp>
      <p:sp>
        <p:nvSpPr>
          <p:cNvPr id="21" name="Text 18"/>
          <p:cNvSpPr/>
          <p:nvPr/>
        </p:nvSpPr>
        <p:spPr>
          <a:xfrm>
            <a:off x="6457950" y="4780955"/>
            <a:ext cx="218598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202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IDEATHON STBR // PITCH DECK TEMPLATE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2026-04-02T17:17:26Z</dcterms:created>
  <dcterms:modified xsi:type="dcterms:W3CDTF">2026-04-02T17:17:26Z</dcterms:modified>
</cp:coreProperties>
</file>